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30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30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2.png" ContentType="image/png"/>
  <Override PartName="/ppt/media/image3.jpeg" ContentType="image/jpeg"/>
  <Override PartName="/ppt/media/image7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0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2.png"/><Relationship Id="rId9" Type="http://schemas.openxmlformats.org/officeDocument/2006/relationships/image" Target="../media/image2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359000" y="859320"/>
            <a:ext cx="6426000" cy="294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" name="Google Shape;12;p2" descr=""/>
          <p:cNvPicPr/>
          <p:nvPr/>
        </p:nvPicPr>
        <p:blipFill>
          <a:blip r:embed="rId3"/>
          <a:stretch/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Google Shape;13;p2" descr="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oogle Shape;14;p2" descr=""/>
          <p:cNvPicPr/>
          <p:nvPr/>
        </p:nvPicPr>
        <p:blipFill>
          <a:blip r:embed="rId5">
            <a:alphaModFix amt="60000"/>
          </a:blip>
          <a:stretch/>
        </p:blipFill>
        <p:spPr>
          <a:xfrm>
            <a:off x="7662240" y="2370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1;p1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988280" y="1728360"/>
            <a:ext cx="5166720" cy="104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6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" name="Google Shape;74;p11" descr=""/>
          <p:cNvPicPr/>
          <p:nvPr/>
        </p:nvPicPr>
        <p:blipFill>
          <a:blip r:embed="rId3"/>
          <a:stretch/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75;p11" descr="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76;p11" descr=""/>
          <p:cNvPicPr/>
          <p:nvPr/>
        </p:nvPicPr>
        <p:blipFill>
          <a:blip r:embed="rId5">
            <a:alphaModFix amt="60000"/>
          </a:blip>
          <a:stretch/>
        </p:blipFill>
        <p:spPr>
          <a:xfrm>
            <a:off x="7662240" y="2370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79;p1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720000" y="14029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title"/>
          </p:nvPr>
        </p:nvSpPr>
        <p:spPr>
          <a:xfrm>
            <a:off x="720000" y="3075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3419280" y="14029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title"/>
          </p:nvPr>
        </p:nvSpPr>
        <p:spPr>
          <a:xfrm>
            <a:off x="3419280" y="3075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title"/>
          </p:nvPr>
        </p:nvSpPr>
        <p:spPr>
          <a:xfrm>
            <a:off x="6118560" y="14029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7"/>
          <p:cNvSpPr>
            <a:spLocks noGrp="1"/>
          </p:cNvSpPr>
          <p:nvPr>
            <p:ph type="title"/>
          </p:nvPr>
        </p:nvSpPr>
        <p:spPr>
          <a:xfrm>
            <a:off x="6118560" y="3075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1" name="Google Shape;93;p13" descr=""/>
          <p:cNvPicPr/>
          <p:nvPr/>
        </p:nvPicPr>
        <p:blipFill>
          <a:blip r:embed="rId3"/>
          <a:stretch/>
        </p:blipFill>
        <p:spPr>
          <a:xfrm>
            <a:off x="6754320" y="-300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94;p13" descr=""/>
          <p:cNvPicPr/>
          <p:nvPr/>
        </p:nvPicPr>
        <p:blipFill>
          <a:blip r:embed="rId4">
            <a:alphaModFix amt="23000"/>
          </a:blip>
          <a:stretch/>
        </p:blipFill>
        <p:spPr>
          <a:xfrm>
            <a:off x="-44640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Google Shape;95;p13" descr=""/>
          <p:cNvPicPr/>
          <p:nvPr/>
        </p:nvPicPr>
        <p:blipFill>
          <a:blip r:embed="rId5">
            <a:alphaModFix amt="36000"/>
          </a:blip>
          <a:stretch/>
        </p:blipFill>
        <p:spPr>
          <a:xfrm>
            <a:off x="8206200" y="1492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7;p14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052440" y="3100320"/>
            <a:ext cx="5378040" cy="66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6" name="Google Shape;100;p14" descr=""/>
          <p:cNvPicPr/>
          <p:nvPr/>
        </p:nvPicPr>
        <p:blipFill>
          <a:blip r:embed="rId3">
            <a:alphaModFix amt="86000"/>
          </a:blip>
          <a:stretch/>
        </p:blipFill>
        <p:spPr>
          <a:xfrm>
            <a:off x="3772080" y="-645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Google Shape;101;p14" descr=""/>
          <p:cNvPicPr/>
          <p:nvPr/>
        </p:nvPicPr>
        <p:blipFill>
          <a:blip r:embed="rId4">
            <a:alphaModFix amt="24000"/>
          </a:blip>
          <a:stretch/>
        </p:blipFill>
        <p:spPr>
          <a:xfrm>
            <a:off x="0" y="2662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102;p14" descr=""/>
          <p:cNvPicPr/>
          <p:nvPr/>
        </p:nvPicPr>
        <p:blipFill>
          <a:blip r:embed="rId5">
            <a:alphaModFix amt="35000"/>
          </a:blip>
          <a:stretch/>
        </p:blipFill>
        <p:spPr>
          <a:xfrm>
            <a:off x="797580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4;p15" descr=""/>
          <p:cNvPicPr/>
          <p:nvPr/>
        </p:nvPicPr>
        <p:blipFill>
          <a:blip r:embed="rId2">
            <a:alphaModFix amt="86000"/>
          </a:blip>
          <a:stretch/>
        </p:blipFill>
        <p:spPr>
          <a:xfrm>
            <a:off x="2890080" y="-128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05;p15" descr="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53720" y="1485360"/>
            <a:ext cx="3519360" cy="111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70920" y="1013040"/>
            <a:ext cx="3117240" cy="31172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Google Shape;109;p15" descr=""/>
          <p:cNvPicPr/>
          <p:nvPr/>
        </p:nvPicPr>
        <p:blipFill>
          <a:blip r:embed="rId4">
            <a:alphaModFix amt="25000"/>
          </a:blip>
          <a:stretch/>
        </p:blipFill>
        <p:spPr>
          <a:xfrm>
            <a:off x="-237240" y="3166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110;p15" descr=""/>
          <p:cNvPicPr/>
          <p:nvPr/>
        </p:nvPicPr>
        <p:blipFill>
          <a:blip r:embed="rId5">
            <a:alphaModFix amt="75000"/>
          </a:blip>
          <a:stretch/>
        </p:blipFill>
        <p:spPr>
          <a:xfrm>
            <a:off x="8173440" y="3242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12;p1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303200" y="967320"/>
            <a:ext cx="6537240" cy="92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7" name="Google Shape;115;p16" descr="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-542160" y="-5943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oogle Shape;116;p16" descr=""/>
          <p:cNvPicPr/>
          <p:nvPr/>
        </p:nvPicPr>
        <p:blipFill>
          <a:blip r:embed="rId4">
            <a:alphaModFix amt="75000"/>
          </a:blip>
          <a:stretch/>
        </p:blipFill>
        <p:spPr>
          <a:xfrm>
            <a:off x="2921400" y="3915720"/>
            <a:ext cx="2209680" cy="220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117;p16" descr=""/>
          <p:cNvPicPr/>
          <p:nvPr/>
        </p:nvPicPr>
        <p:blipFill>
          <a:blip r:embed="rId5">
            <a:alphaModFix amt="25000"/>
          </a:blip>
          <a:stretch/>
        </p:blipFill>
        <p:spPr>
          <a:xfrm>
            <a:off x="8065800" y="1046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19;p17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0000" y="1637640"/>
            <a:ext cx="3597480" cy="10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3" name="Google Shape;122;p17" descr="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7662240" y="7999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Google Shape;123;p17" descr="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oogle Shape;124;p17" descr=""/>
          <p:cNvPicPr/>
          <p:nvPr/>
        </p:nvPicPr>
        <p:blipFill>
          <a:blip r:embed="rId5"/>
          <a:stretch/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125;p17" descr=""/>
          <p:cNvPicPr/>
          <p:nvPr/>
        </p:nvPicPr>
        <p:blipFill>
          <a:blip r:embed="rId6"/>
          <a:stretch/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126;p17" descr=""/>
          <p:cNvPicPr/>
          <p:nvPr/>
        </p:nvPicPr>
        <p:blipFill>
          <a:blip r:embed="rId7">
            <a:alphaModFix amt="30000"/>
          </a:blip>
          <a:stretch/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28;p18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837320" y="1501200"/>
            <a:ext cx="3593160" cy="106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0" name="Google Shape;131;p18" descr=""/>
          <p:cNvPicPr/>
          <p:nvPr/>
        </p:nvPicPr>
        <p:blipFill>
          <a:blip r:embed="rId3"/>
          <a:stretch/>
        </p:blipFill>
        <p:spPr>
          <a:xfrm flipH="1" rot="10800000">
            <a:off x="-237240" y="3654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132;p18" descr=""/>
          <p:cNvPicPr/>
          <p:nvPr/>
        </p:nvPicPr>
        <p:blipFill>
          <a:blip r:embed="rId4">
            <a:alphaModFix amt="30000"/>
          </a:blip>
          <a:stretch/>
        </p:blipFill>
        <p:spPr>
          <a:xfrm flipH="1" rot="10800000">
            <a:off x="449280" y="-469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oogle Shape;133;p18" descr=""/>
          <p:cNvPicPr/>
          <p:nvPr/>
        </p:nvPicPr>
        <p:blipFill>
          <a:blip r:embed="rId5">
            <a:alphaModFix amt="60000"/>
          </a:blip>
          <a:stretch/>
        </p:blipFill>
        <p:spPr>
          <a:xfrm flipH="1" rot="10800000">
            <a:off x="7662240" y="-250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35;p19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5" name="Google Shape;141;p19" descr=""/>
          <p:cNvPicPr/>
          <p:nvPr/>
        </p:nvPicPr>
        <p:blipFill>
          <a:blip r:embed="rId3"/>
          <a:stretch/>
        </p:blipFill>
        <p:spPr>
          <a:xfrm>
            <a:off x="-927000" y="-462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Google Shape;142;p19" descr="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19944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oogle Shape;143;p19" descr=""/>
          <p:cNvPicPr/>
          <p:nvPr/>
        </p:nvPicPr>
        <p:blipFill>
          <a:blip r:embed="rId5">
            <a:alphaModFix amt="60000"/>
          </a:blip>
          <a:stretch/>
        </p:blipFill>
        <p:spPr>
          <a:xfrm>
            <a:off x="7735680" y="4449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45;p20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0" name="Google Shape;149;p20" descr=""/>
          <p:cNvPicPr/>
          <p:nvPr/>
        </p:nvPicPr>
        <p:blipFill>
          <a:blip r:embed="rId3">
            <a:alphaModFix amt="52000"/>
          </a:blip>
          <a:stretch/>
        </p:blipFill>
        <p:spPr>
          <a:xfrm>
            <a:off x="-465840" y="3764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Google Shape;150;p20" descr=""/>
          <p:cNvPicPr/>
          <p:nvPr/>
        </p:nvPicPr>
        <p:blipFill>
          <a:blip r:embed="rId4">
            <a:alphaModFix amt="60000"/>
          </a:blip>
          <a:stretch/>
        </p:blipFill>
        <p:spPr>
          <a:xfrm>
            <a:off x="8322480" y="14900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151;p20" descr=""/>
          <p:cNvPicPr/>
          <p:nvPr/>
        </p:nvPicPr>
        <p:blipFill>
          <a:blip r:embed="rId5">
            <a:alphaModFix amt="76000"/>
          </a:blip>
          <a:stretch/>
        </p:blipFill>
        <p:spPr>
          <a:xfrm>
            <a:off x="7480440" y="-969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16;p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24120" y="2208600"/>
            <a:ext cx="353952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924120" y="1013040"/>
            <a:ext cx="1276920" cy="9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6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09040" y="1013040"/>
            <a:ext cx="3117240" cy="31172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Google Shape;20;p3" descr=""/>
          <p:cNvPicPr/>
          <p:nvPr/>
        </p:nvPicPr>
        <p:blipFill>
          <a:blip r:embed="rId3">
            <a:alphaModFix amt="60000"/>
          </a:blip>
          <a:stretch/>
        </p:blipFill>
        <p:spPr>
          <a:xfrm flipH="1">
            <a:off x="-770040" y="-14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21;p3" descr=""/>
          <p:cNvPicPr/>
          <p:nvPr/>
        </p:nvPicPr>
        <p:blipFill>
          <a:blip r:embed="rId4">
            <a:alphaModFix amt="30000"/>
          </a:blip>
          <a:stretch/>
        </p:blipFill>
        <p:spPr>
          <a:xfrm flipH="1">
            <a:off x="5366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53;p2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1" name="Google Shape;161;p21" descr=""/>
          <p:cNvPicPr/>
          <p:nvPr/>
        </p:nvPicPr>
        <p:blipFill>
          <a:blip r:embed="rId3">
            <a:alphaModFix amt="60000"/>
          </a:blip>
          <a:stretch/>
        </p:blipFill>
        <p:spPr>
          <a:xfrm flipH="1" rot="10800000">
            <a:off x="-1187640" y="1585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162;p21" descr=""/>
          <p:cNvPicPr/>
          <p:nvPr/>
        </p:nvPicPr>
        <p:blipFill>
          <a:blip r:embed="rId4">
            <a:alphaModFix amt="30000"/>
          </a:blip>
          <a:stretch/>
        </p:blipFill>
        <p:spPr>
          <a:xfrm flipH="1" rot="10800000">
            <a:off x="3919680" y="-920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63;p21" descr=""/>
          <p:cNvPicPr/>
          <p:nvPr/>
        </p:nvPicPr>
        <p:blipFill>
          <a:blip r:embed="rId5"/>
          <a:stretch/>
        </p:blipFill>
        <p:spPr>
          <a:xfrm flipH="1" rot="10800000">
            <a:off x="7997760" y="3714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65;p2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6" name="Google Shape;175;p22" descr=""/>
          <p:cNvPicPr/>
          <p:nvPr/>
        </p:nvPicPr>
        <p:blipFill>
          <a:blip r:embed="rId3"/>
          <a:stretch/>
        </p:blipFill>
        <p:spPr>
          <a:xfrm>
            <a:off x="-1051560" y="7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76;p22" descr="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6142680" y="43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77;p22" descr=""/>
          <p:cNvPicPr/>
          <p:nvPr/>
        </p:nvPicPr>
        <p:blipFill>
          <a:blip r:embed="rId5">
            <a:alphaModFix amt="60000"/>
          </a:blip>
          <a:stretch/>
        </p:blipFill>
        <p:spPr>
          <a:xfrm>
            <a:off x="7948440" y="983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179;p2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1" name="Google Shape;193;p23" descr="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8424000" y="1269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94;p23" descr="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-901080" y="3800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95;p23" descr=""/>
          <p:cNvPicPr/>
          <p:nvPr/>
        </p:nvPicPr>
        <p:blipFill>
          <a:blip r:embed="rId5"/>
          <a:stretch/>
        </p:blipFill>
        <p:spPr>
          <a:xfrm>
            <a:off x="7243200" y="-968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97;p24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13160" y="618480"/>
            <a:ext cx="3872160" cy="76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4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2635920" y="1970640"/>
            <a:ext cx="3872160" cy="76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4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title"/>
          </p:nvPr>
        </p:nvSpPr>
        <p:spPr>
          <a:xfrm>
            <a:off x="4558320" y="3322800"/>
            <a:ext cx="3872160" cy="76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4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8" name="Google Shape;204;p24" descr=""/>
          <p:cNvPicPr/>
          <p:nvPr/>
        </p:nvPicPr>
        <p:blipFill>
          <a:blip r:embed="rId3"/>
          <a:stretch/>
        </p:blipFill>
        <p:spPr>
          <a:xfrm>
            <a:off x="151560" y="29926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205;p24" descr="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5365080" y="-8092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206;p24" descr=""/>
          <p:cNvPicPr/>
          <p:nvPr/>
        </p:nvPicPr>
        <p:blipFill>
          <a:blip r:embed="rId5">
            <a:alphaModFix amt="60000"/>
          </a:blip>
          <a:stretch/>
        </p:blipFill>
        <p:spPr>
          <a:xfrm>
            <a:off x="7075080" y="1091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208;p25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3" name="Google Shape;210;p25" descr="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-772920" y="4005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211;p25" descr=""/>
          <p:cNvPicPr/>
          <p:nvPr/>
        </p:nvPicPr>
        <p:blipFill>
          <a:blip r:embed="rId4">
            <a:alphaModFix amt="23000"/>
          </a:blip>
          <a:stretch/>
        </p:blipFill>
        <p:spPr>
          <a:xfrm>
            <a:off x="8203680" y="2063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212;p25" descr=""/>
          <p:cNvPicPr/>
          <p:nvPr/>
        </p:nvPicPr>
        <p:blipFill>
          <a:blip r:embed="rId5"/>
          <a:stretch/>
        </p:blipFill>
        <p:spPr>
          <a:xfrm>
            <a:off x="5375520" y="-1262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214;p2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8" name="Google Shape;216;p26" descr="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-1180800" y="10177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217;p26" descr=""/>
          <p:cNvPicPr/>
          <p:nvPr/>
        </p:nvPicPr>
        <p:blipFill>
          <a:blip r:embed="rId4">
            <a:alphaModFix amt="23000"/>
          </a:blip>
          <a:stretch/>
        </p:blipFill>
        <p:spPr>
          <a:xfrm>
            <a:off x="415080" y="-11203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218;p26" descr=""/>
          <p:cNvPicPr/>
          <p:nvPr/>
        </p:nvPicPr>
        <p:blipFill>
          <a:blip r:embed="rId5"/>
          <a:stretch/>
        </p:blipFill>
        <p:spPr>
          <a:xfrm>
            <a:off x="8331120" y="3718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220;p27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222;p27" descr="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812880" y="4344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223;p27" descr=""/>
          <p:cNvPicPr/>
          <p:nvPr/>
        </p:nvPicPr>
        <p:blipFill>
          <a:blip r:embed="rId4">
            <a:alphaModFix amt="23000"/>
          </a:blip>
          <a:stretch/>
        </p:blipFill>
        <p:spPr>
          <a:xfrm>
            <a:off x="4479120" y="-1361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224;p27" descr=""/>
          <p:cNvPicPr/>
          <p:nvPr/>
        </p:nvPicPr>
        <p:blipFill>
          <a:blip r:embed="rId5"/>
          <a:stretch/>
        </p:blipFill>
        <p:spPr>
          <a:xfrm>
            <a:off x="8430840" y="1508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226;p28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347920" y="8384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229;p28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ssistant"/>
                <a:ea typeface="Assistant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, and includes icons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ssistant"/>
                <a:ea typeface="Assistant"/>
                <a:hlinkClick r:id="rId4"/>
              </a:rPr>
              <a:t>Flaticon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, and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ssistant"/>
                <a:ea typeface="Assistant"/>
                <a:hlinkClick r:id="rId5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9" name="Google Shape;230;p28" descr=""/>
          <p:cNvPicPr/>
          <p:nvPr/>
        </p:nvPicPr>
        <p:blipFill>
          <a:blip r:embed="rId6">
            <a:alphaModFix amt="86000"/>
          </a:blip>
          <a:stretch/>
        </p:blipFill>
        <p:spPr>
          <a:xfrm>
            <a:off x="1143720" y="-311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231;p28" descr=""/>
          <p:cNvPicPr/>
          <p:nvPr/>
        </p:nvPicPr>
        <p:blipFill>
          <a:blip r:embed="rId7">
            <a:alphaModFix amt="25000"/>
          </a:blip>
          <a:stretch/>
        </p:blipFill>
        <p:spPr>
          <a:xfrm>
            <a:off x="-92880" y="2086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232;p28" descr=""/>
          <p:cNvPicPr/>
          <p:nvPr/>
        </p:nvPicPr>
        <p:blipFill>
          <a:blip r:embed="rId8">
            <a:alphaModFix amt="35000"/>
          </a:blip>
          <a:stretch/>
        </p:blipFill>
        <p:spPr>
          <a:xfrm>
            <a:off x="6377400" y="474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233;p28" descr=""/>
          <p:cNvPicPr/>
          <p:nvPr/>
        </p:nvPicPr>
        <p:blipFill>
          <a:blip r:embed="rId9">
            <a:alphaModFix amt="75000"/>
          </a:blip>
          <a:stretch/>
        </p:blipFill>
        <p:spPr>
          <a:xfrm>
            <a:off x="7865640" y="3422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235;p29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236;p29" descr=""/>
          <p:cNvPicPr/>
          <p:nvPr/>
        </p:nvPicPr>
        <p:blipFill>
          <a:blip r:embed="rId3"/>
          <a:stretch/>
        </p:blipFill>
        <p:spPr>
          <a:xfrm>
            <a:off x="-1051560" y="7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237;p29" descr="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6142680" y="43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oogle Shape;238;p29" descr=""/>
          <p:cNvPicPr/>
          <p:nvPr/>
        </p:nvPicPr>
        <p:blipFill>
          <a:blip r:embed="rId5">
            <a:alphaModFix amt="60000"/>
          </a:blip>
          <a:stretch/>
        </p:blipFill>
        <p:spPr>
          <a:xfrm>
            <a:off x="7948440" y="983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40;p30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241;p30" descr="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812880" y="4344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Google Shape;242;p30" descr=""/>
          <p:cNvPicPr/>
          <p:nvPr/>
        </p:nvPicPr>
        <p:blipFill>
          <a:blip r:embed="rId4">
            <a:alphaModFix amt="23000"/>
          </a:blip>
          <a:stretch/>
        </p:blipFill>
        <p:spPr>
          <a:xfrm>
            <a:off x="4479120" y="-1361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oogle Shape;243;p30" descr=""/>
          <p:cNvPicPr/>
          <p:nvPr/>
        </p:nvPicPr>
        <p:blipFill>
          <a:blip r:embed="rId5"/>
          <a:stretch/>
        </p:blipFill>
        <p:spPr>
          <a:xfrm>
            <a:off x="8430840" y="1508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3;p4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6;p4" descr=""/>
          <p:cNvPicPr/>
          <p:nvPr/>
        </p:nvPicPr>
        <p:blipFill>
          <a:blip r:embed="rId3">
            <a:alphaModFix amt="86000"/>
          </a:blip>
          <a:stretch/>
        </p:blipFill>
        <p:spPr>
          <a:xfrm>
            <a:off x="7556760" y="-685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7;p4" descr=""/>
          <p:cNvPicPr/>
          <p:nvPr/>
        </p:nvPicPr>
        <p:blipFill>
          <a:blip r:embed="rId4">
            <a:alphaModFix amt="35000"/>
          </a:blip>
          <a:stretch/>
        </p:blipFill>
        <p:spPr>
          <a:xfrm>
            <a:off x="3621600" y="42217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8;p4" descr=""/>
          <p:cNvPicPr/>
          <p:nvPr/>
        </p:nvPicPr>
        <p:blipFill>
          <a:blip r:embed="rId5">
            <a:alphaModFix amt="35000"/>
          </a:blip>
          <a:stretch/>
        </p:blipFill>
        <p:spPr>
          <a:xfrm>
            <a:off x="-996480" y="695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30;p5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9" name="Google Shape;36;p5" descr=""/>
          <p:cNvPicPr/>
          <p:nvPr/>
        </p:nvPicPr>
        <p:blipFill>
          <a:blip r:embed="rId3"/>
          <a:stretch/>
        </p:blipFill>
        <p:spPr>
          <a:xfrm>
            <a:off x="675540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37;p5" descr=""/>
          <p:cNvPicPr/>
          <p:nvPr/>
        </p:nvPicPr>
        <p:blipFill>
          <a:blip r:embed="rId4">
            <a:alphaModFix amt="60000"/>
          </a:blip>
          <a:stretch/>
        </p:blipFill>
        <p:spPr>
          <a:xfrm>
            <a:off x="7867440" y="3122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38;p5" descr=""/>
          <p:cNvPicPr/>
          <p:nvPr/>
        </p:nvPicPr>
        <p:blipFill>
          <a:blip r:embed="rId5">
            <a:alphaModFix amt="30000"/>
          </a:blip>
          <a:stretch/>
        </p:blipFill>
        <p:spPr>
          <a:xfrm>
            <a:off x="-747000" y="1665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40;p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42;p6" descr=""/>
          <p:cNvPicPr/>
          <p:nvPr/>
        </p:nvPicPr>
        <p:blipFill>
          <a:blip r:embed="rId3"/>
          <a:stretch/>
        </p:blipFill>
        <p:spPr>
          <a:xfrm>
            <a:off x="7815600" y="-411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43;p6" descr=""/>
          <p:cNvPicPr/>
          <p:nvPr/>
        </p:nvPicPr>
        <p:blipFill>
          <a:blip r:embed="rId4">
            <a:alphaModFix amt="36000"/>
          </a:blip>
          <a:stretch/>
        </p:blipFill>
        <p:spPr>
          <a:xfrm>
            <a:off x="-1064880" y="1954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44;p6" descr=""/>
          <p:cNvPicPr/>
          <p:nvPr/>
        </p:nvPicPr>
        <p:blipFill>
          <a:blip r:embed="rId5">
            <a:alphaModFix amt="23000"/>
          </a:blip>
          <a:stretch/>
        </p:blipFill>
        <p:spPr>
          <a:xfrm>
            <a:off x="6861960" y="4101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46;p7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720000" y="1820520"/>
            <a:ext cx="24292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0" name="Google Shape;49;p7" descr="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-859680" y="3229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50;p7" descr=""/>
          <p:cNvPicPr/>
          <p:nvPr/>
        </p:nvPicPr>
        <p:blipFill>
          <a:blip r:embed="rId4">
            <a:alphaModFix amt="86000"/>
          </a:blip>
          <a:stretch/>
        </p:blipFill>
        <p:spPr>
          <a:xfrm>
            <a:off x="2600640" y="-749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51;p7" descr=""/>
          <p:cNvPicPr/>
          <p:nvPr/>
        </p:nvPicPr>
        <p:blipFill>
          <a:blip r:embed="rId5">
            <a:alphaModFix amt="25000"/>
          </a:blip>
          <a:stretch/>
        </p:blipFill>
        <p:spPr>
          <a:xfrm>
            <a:off x="7643520" y="3592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53;p8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768680" y="1710000"/>
            <a:ext cx="5606640" cy="17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5" name="Google Shape;55;p8" descr=""/>
          <p:cNvPicPr/>
          <p:nvPr/>
        </p:nvPicPr>
        <p:blipFill>
          <a:blip r:embed="rId3">
            <a:alphaModFix amt="86000"/>
          </a:blip>
          <a:stretch/>
        </p:blipFill>
        <p:spPr>
          <a:xfrm>
            <a:off x="-81720" y="-918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oogle Shape;56;p8" descr=""/>
          <p:cNvPicPr/>
          <p:nvPr/>
        </p:nvPicPr>
        <p:blipFill>
          <a:blip r:embed="rId4">
            <a:alphaModFix amt="25000"/>
          </a:blip>
          <a:stretch/>
        </p:blipFill>
        <p:spPr>
          <a:xfrm>
            <a:off x="619560" y="3592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Google Shape;57;p8" descr=""/>
          <p:cNvPicPr/>
          <p:nvPr/>
        </p:nvPicPr>
        <p:blipFill>
          <a:blip r:embed="rId5">
            <a:alphaModFix amt="35000"/>
          </a:blip>
          <a:stretch/>
        </p:blipFill>
        <p:spPr>
          <a:xfrm>
            <a:off x="6392160" y="1663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58;p8" descr=""/>
          <p:cNvPicPr/>
          <p:nvPr/>
        </p:nvPicPr>
        <p:blipFill>
          <a:blip r:embed="rId6">
            <a:alphaModFix amt="75000"/>
          </a:blip>
          <a:stretch/>
        </p:blipFill>
        <p:spPr>
          <a:xfrm>
            <a:off x="7953840" y="2702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60;p9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2380680" y="1441800"/>
            <a:ext cx="4382280" cy="118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1" name="Google Shape;63;p9" descr=""/>
          <p:cNvPicPr/>
          <p:nvPr/>
        </p:nvPicPr>
        <p:blipFill>
          <a:blip r:embed="rId3">
            <a:alphaModFix amt="86000"/>
          </a:blip>
          <a:stretch/>
        </p:blipFill>
        <p:spPr>
          <a:xfrm>
            <a:off x="974880" y="172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64;p9" descr=""/>
          <p:cNvPicPr/>
          <p:nvPr/>
        </p:nvPicPr>
        <p:blipFill>
          <a:blip r:embed="rId4">
            <a:alphaModFix amt="25000"/>
          </a:blip>
          <a:stretch/>
        </p:blipFill>
        <p:spPr>
          <a:xfrm>
            <a:off x="-143640" y="2073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oogle Shape;65;p9" descr=""/>
          <p:cNvPicPr/>
          <p:nvPr/>
        </p:nvPicPr>
        <p:blipFill>
          <a:blip r:embed="rId5">
            <a:alphaModFix amt="35000"/>
          </a:blip>
          <a:stretch/>
        </p:blipFill>
        <p:spPr>
          <a:xfrm>
            <a:off x="6377400" y="474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oogle Shape;66;p9" descr=""/>
          <p:cNvPicPr/>
          <p:nvPr/>
        </p:nvPicPr>
        <p:blipFill>
          <a:blip r:embed="rId6">
            <a:alphaModFix amt="75000"/>
          </a:blip>
          <a:stretch/>
        </p:blipFill>
        <p:spPr>
          <a:xfrm>
            <a:off x="7785000" y="2784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2"/>
    <p:sldLayoutId id="214748368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362240" y="857160"/>
            <a:ext cx="6428880" cy="29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NotFat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ubTitle"/>
          </p:nvPr>
        </p:nvSpPr>
        <p:spPr>
          <a:xfrm>
            <a:off x="1362240" y="3809880"/>
            <a:ext cx="642888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Memorándum de inversión — IA multimodal para nutrición automatizada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383;p48" descr=""/>
          <p:cNvPicPr/>
          <p:nvPr/>
        </p:nvPicPr>
        <p:blipFill>
          <a:blip r:embed="rId1"/>
          <a:stretch/>
        </p:blipFill>
        <p:spPr>
          <a:xfrm flipH="1">
            <a:off x="970920" y="1013040"/>
            <a:ext cx="3117240" cy="3117240"/>
          </a:xfrm>
          <a:prstGeom prst="rect">
            <a:avLst/>
          </a:prstGeom>
          <a:noFill/>
          <a:ln w="9525">
            <a:solidFill>
              <a:srgbClr val="caffff"/>
            </a:solidFill>
            <a:round/>
          </a:ln>
        </p:spPr>
      </p:pic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657680" y="1486080"/>
            <a:ext cx="3524040" cy="111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Introducción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ubTitle"/>
          </p:nvPr>
        </p:nvSpPr>
        <p:spPr>
          <a:xfrm>
            <a:off x="4657680" y="2895480"/>
            <a:ext cx="3524040" cy="76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NotFat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es una plataforma que elimina el registro manual de datos, permitiendo la gestión de la salud mediante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foto o voz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Ofrece una experiencia escalable para el mercado latinoamericano, combinando visión computacional, procesamiento de voz y sincronización con wearables.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Advent Pro"/>
              </a:rPr>
              <a:t>Resumen ejecutivo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65" name="image69c7f3d90941b" descr="image69c7f3d909420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Advent Pro"/>
              </a:rPr>
              <a:t>Visión general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NotFat combina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IA multimodal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 y una arquitectura escalable para automatizar el seguimiento nutricional.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Propuesta: reconocimiento instantáneo de alimentos, ajustes metabólicos personalizados y soporte continuo vía Coach de IA.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68" name="image69c7f3d9146f8" descr="image69c7f3d9146fd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305000" y="971640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Problema y oportunidad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6533640" cy="22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El 80% abandona por la fricción del registro manual. Más de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1.9 mil millones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de adultos con sobrepeso representan una necesidad masiva.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El mercado de Digital Health vale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$374 B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con crecimiento anual del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17.9%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, mostrando una ventana clara de escalamiento.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Advent Pro"/>
              </a:rPr>
              <a:t>Propuesta de valor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NotFat elimina la fricción del registro nutricional mediante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IA multimodal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: foto, voz y escaneo.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Ofrece seguimiento automatizado, ajustes metabólicos personalizados y un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Coach de IA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 para adherencia prolongada.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Advent Pro"/>
              </a:rPr>
              <a:t>Tecnología y negocio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75" name="image69c7f3d91fb23" descr="image69c7f3d91fb27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383;p48" descr=""/>
          <p:cNvPicPr/>
          <p:nvPr/>
        </p:nvPicPr>
        <p:blipFill>
          <a:blip r:embed="rId1"/>
          <a:stretch/>
        </p:blipFill>
        <p:spPr>
          <a:xfrm flipH="1">
            <a:off x="970920" y="1013040"/>
            <a:ext cx="3117240" cy="3117240"/>
          </a:xfrm>
          <a:prstGeom prst="rect">
            <a:avLst/>
          </a:prstGeom>
          <a:noFill/>
          <a:ln w="9525">
            <a:solidFill>
              <a:srgbClr val="caffff"/>
            </a:solidFill>
            <a:round/>
          </a:ln>
        </p:spPr>
      </p:pic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657680" y="1486080"/>
            <a:ext cx="3524040" cy="111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Arquitectura técnica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ubTitle"/>
          </p:nvPr>
        </p:nvSpPr>
        <p:spPr>
          <a:xfrm>
            <a:off x="4657680" y="2895480"/>
            <a:ext cx="3524040" cy="76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5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Frontend en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React Native + Expo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para experiencia nativa.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Backend con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Supabase (Postgres)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, Edge Functions para procesamiento de IA y gestión en tiempo real con Zustand.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000" y="971640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Modelo de monetización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6533640" cy="22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Estrategia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freemium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para adquisición masiva.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Suscripción premium ($9.99/mes) con Coach de IA, análisis avanzado y planes personalizados. Pagos integrados (MercadoPago).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Advent Pro"/>
              </a:rPr>
              <a:t>Escalabilidad y mercado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2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Diseño pensado para millones de usuarios con esquema de datos robusto (70 tablas) y delegación de IA a la nube.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Mercado LATAM inicial, oportunidad en un sector de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$374B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 con crecimiento anual del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17.9%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</a:rPr>
              <a:t>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305000" y="971640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Conclusiones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6533640" cy="22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NotFat convierte el registro nutricional en una experiencia invisible, aumentando adherencia y resultados.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Propuesta escalable y monetizable, lista para capturar demanda en salud digital en América Latina.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2352600" y="-117000"/>
            <a:ext cx="4447800" cy="201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trike="noStrike" u="non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MERCI !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ubTitle"/>
          </p:nvPr>
        </p:nvSpPr>
        <p:spPr>
          <a:xfrm>
            <a:off x="2352600" y="1838160"/>
            <a:ext cx="444780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Do you have any questions?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youremail@freepik.com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+34 654 321 432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yourwebsite.com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7" name="Google Shape;743;p69"/>
          <p:cNvSpPr/>
          <p:nvPr/>
        </p:nvSpPr>
        <p:spPr>
          <a:xfrm>
            <a:off x="2495520" y="412416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643480" bIns="-264348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8" name="Google Shape;744;p69"/>
          <p:cNvGrpSpPr/>
          <p:nvPr/>
        </p:nvGrpSpPr>
        <p:grpSpPr>
          <a:xfrm>
            <a:off x="3480840" y="3135600"/>
            <a:ext cx="387360" cy="387360"/>
            <a:chOff x="3480840" y="3135600"/>
            <a:chExt cx="387360" cy="387360"/>
          </a:xfrm>
        </p:grpSpPr>
        <p:sp>
          <p:nvSpPr>
            <p:cNvPr id="189" name="Google Shape;745;p69"/>
            <p:cNvSpPr/>
            <p:nvPr/>
          </p:nvSpPr>
          <p:spPr>
            <a:xfrm>
              <a:off x="3664080" y="3203280"/>
              <a:ext cx="132480" cy="319320"/>
            </a:xfrm>
            <a:custGeom>
              <a:avLst/>
              <a:gdLst>
                <a:gd name="textAreaLeft" fmla="*/ 0 w 132480"/>
                <a:gd name="textAreaRight" fmla="*/ 132840 w 13248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6527" h="157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746;p69"/>
            <p:cNvSpPr/>
            <p:nvPr/>
          </p:nvSpPr>
          <p:spPr>
            <a:xfrm>
              <a:off x="3480840" y="3135600"/>
              <a:ext cx="387360" cy="387360"/>
            </a:xfrm>
            <a:custGeom>
              <a:avLst/>
              <a:gdLst>
                <a:gd name="textAreaLeft" fmla="*/ 0 w 387360"/>
                <a:gd name="textAreaRight" fmla="*/ 387720 w 387360"/>
                <a:gd name="textAreaTop" fmla="*/ 0 h 387360"/>
                <a:gd name="textAreaBottom" fmla="*/ 387720 h 387360"/>
              </a:gdLst>
              <a:ahLst/>
              <a:cxnLst/>
              <a:rect l="textAreaLeft" t="textAreaTop" r="textAreaRight" b="textAreaBottom"/>
              <a:pathLst>
                <a:path w="19066" h="19065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1" name="Google Shape;747;p69"/>
          <p:cNvGrpSpPr/>
          <p:nvPr/>
        </p:nvGrpSpPr>
        <p:grpSpPr>
          <a:xfrm>
            <a:off x="4676400" y="3135600"/>
            <a:ext cx="387360" cy="387360"/>
            <a:chOff x="4676400" y="3135600"/>
            <a:chExt cx="387360" cy="387360"/>
          </a:xfrm>
        </p:grpSpPr>
        <p:sp>
          <p:nvSpPr>
            <p:cNvPr id="192" name="Google Shape;748;p69"/>
            <p:cNvSpPr/>
            <p:nvPr/>
          </p:nvSpPr>
          <p:spPr>
            <a:xfrm>
              <a:off x="4756680" y="3204360"/>
              <a:ext cx="22320" cy="2232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749;p69"/>
            <p:cNvSpPr/>
            <p:nvPr/>
          </p:nvSpPr>
          <p:spPr>
            <a:xfrm>
              <a:off x="4676400" y="3135600"/>
              <a:ext cx="387360" cy="387360"/>
            </a:xfrm>
            <a:custGeom>
              <a:avLst/>
              <a:gdLst>
                <a:gd name="textAreaLeft" fmla="*/ 0 w 387360"/>
                <a:gd name="textAreaRight" fmla="*/ 387720 w 387360"/>
                <a:gd name="textAreaTop" fmla="*/ 0 h 387360"/>
                <a:gd name="textAreaBottom" fmla="*/ 387720 h 387360"/>
              </a:gdLst>
              <a:ahLst/>
              <a:cxnLst/>
              <a:rect l="textAreaLeft" t="textAreaTop" r="textAreaRight" b="textAreaBottom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750;p69"/>
            <p:cNvSpPr/>
            <p:nvPr/>
          </p:nvSpPr>
          <p:spPr>
            <a:xfrm>
              <a:off x="4847400" y="3295080"/>
              <a:ext cx="136080" cy="15912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560" bIns="79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751;p69"/>
            <p:cNvSpPr/>
            <p:nvPr/>
          </p:nvSpPr>
          <p:spPr>
            <a:xfrm>
              <a:off x="4756680" y="3295440"/>
              <a:ext cx="22320" cy="1587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58760"/>
                <a:gd name="textAreaBottom" fmla="*/ 159120 h 158760"/>
              </a:gdLst>
              <a:ahLst/>
              <a:cxnLst/>
              <a:rect l="textAreaLeft" t="textAreaTop" r="textAreaRight" b="textAreaBottom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560" bIns="79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6" name="Google Shape;752;p69"/>
          <p:cNvGrpSpPr/>
          <p:nvPr/>
        </p:nvGrpSpPr>
        <p:grpSpPr>
          <a:xfrm>
            <a:off x="4078800" y="3135600"/>
            <a:ext cx="387360" cy="387360"/>
            <a:chOff x="4078800" y="3135600"/>
            <a:chExt cx="387360" cy="387360"/>
          </a:xfrm>
        </p:grpSpPr>
        <p:sp>
          <p:nvSpPr>
            <p:cNvPr id="197" name="Google Shape;753;p69"/>
            <p:cNvSpPr/>
            <p:nvPr/>
          </p:nvSpPr>
          <p:spPr>
            <a:xfrm>
              <a:off x="4147560" y="3204360"/>
              <a:ext cx="249480" cy="249480"/>
            </a:xfrm>
            <a:custGeom>
              <a:avLst/>
              <a:gdLst>
                <a:gd name="textAreaLeft" fmla="*/ 0 w 249480"/>
                <a:gd name="textAreaRight" fmla="*/ 249840 w 24948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754;p69"/>
            <p:cNvSpPr/>
            <p:nvPr/>
          </p:nvSpPr>
          <p:spPr>
            <a:xfrm>
              <a:off x="4215600" y="3272760"/>
              <a:ext cx="113400" cy="11304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755;p69"/>
            <p:cNvSpPr/>
            <p:nvPr/>
          </p:nvSpPr>
          <p:spPr>
            <a:xfrm>
              <a:off x="4078800" y="3135600"/>
              <a:ext cx="387360" cy="387360"/>
            </a:xfrm>
            <a:custGeom>
              <a:avLst/>
              <a:gdLst>
                <a:gd name="textAreaLeft" fmla="*/ 0 w 387360"/>
                <a:gd name="textAreaRight" fmla="*/ 387720 w 387360"/>
                <a:gd name="textAreaTop" fmla="*/ 0 h 387360"/>
                <a:gd name="textAreaBottom" fmla="*/ 387720 h 387360"/>
              </a:gdLst>
              <a:ahLst/>
              <a:cxnLst/>
              <a:rect l="textAreaLeft" t="textAreaTop" r="textAreaRight" b="textAreaBottom"/>
              <a:pathLst>
                <a:path w="19064" h="19065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0" name="Google Shape;756;p69"/>
          <p:cNvGrpSpPr/>
          <p:nvPr/>
        </p:nvGrpSpPr>
        <p:grpSpPr>
          <a:xfrm>
            <a:off x="5274360" y="3134880"/>
            <a:ext cx="388440" cy="388440"/>
            <a:chOff x="5274360" y="3134880"/>
            <a:chExt cx="388440" cy="388440"/>
          </a:xfrm>
        </p:grpSpPr>
        <p:sp>
          <p:nvSpPr>
            <p:cNvPr id="201" name="Google Shape;757;p69"/>
            <p:cNvSpPr/>
            <p:nvPr/>
          </p:nvSpPr>
          <p:spPr>
            <a:xfrm>
              <a:off x="5357880" y="3204000"/>
              <a:ext cx="218880" cy="25020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250200"/>
                <a:gd name="textAreaBottom" fmla="*/ 250560 h 250200"/>
              </a:gdLst>
              <a:ahLst/>
              <a:cxnLst/>
              <a:rect l="textAreaLeft" t="textAreaTop" r="textAreaRight" b="textAreaBottom"/>
              <a:pathLst>
                <a:path w="118084" h="134948">
                  <a:moveTo>
                    <a:pt x="69703" y="1"/>
                  </a:moveTo>
                  <a:cubicBezTo>
                    <a:pt x="69732" y="18483"/>
                    <a:pt x="69791" y="73192"/>
                    <a:pt x="69614" y="94277"/>
                  </a:cubicBezTo>
                  <a:cubicBezTo>
                    <a:pt x="69555" y="101848"/>
                    <a:pt x="66627" y="108827"/>
                    <a:pt x="61393" y="113914"/>
                  </a:cubicBezTo>
                  <a:cubicBezTo>
                    <a:pt x="56291" y="118871"/>
                    <a:pt x="49391" y="121638"/>
                    <a:pt x="41981" y="121638"/>
                  </a:cubicBezTo>
                  <a:cubicBezTo>
                    <a:pt x="41788" y="121638"/>
                    <a:pt x="41595" y="121636"/>
                    <a:pt x="41402" y="121632"/>
                  </a:cubicBezTo>
                  <a:cubicBezTo>
                    <a:pt x="26527" y="121336"/>
                    <a:pt x="14462" y="109005"/>
                    <a:pt x="14491" y="94159"/>
                  </a:cubicBezTo>
                  <a:cubicBezTo>
                    <a:pt x="14491" y="82094"/>
                    <a:pt x="22387" y="71477"/>
                    <a:pt x="33950" y="67988"/>
                  </a:cubicBezTo>
                  <a:lnTo>
                    <a:pt x="33861" y="54473"/>
                  </a:lnTo>
                  <a:cubicBezTo>
                    <a:pt x="25522" y="56070"/>
                    <a:pt x="17360" y="60949"/>
                    <a:pt x="11238" y="68224"/>
                  </a:cubicBezTo>
                  <a:cubicBezTo>
                    <a:pt x="3401" y="77480"/>
                    <a:pt x="1" y="88984"/>
                    <a:pt x="1864" y="99837"/>
                  </a:cubicBezTo>
                  <a:cubicBezTo>
                    <a:pt x="3668" y="109951"/>
                    <a:pt x="8961" y="119148"/>
                    <a:pt x="16857" y="125772"/>
                  </a:cubicBezTo>
                  <a:cubicBezTo>
                    <a:pt x="23901" y="131741"/>
                    <a:pt x="32192" y="134947"/>
                    <a:pt x="40396" y="134947"/>
                  </a:cubicBezTo>
                  <a:cubicBezTo>
                    <a:pt x="41215" y="134947"/>
                    <a:pt x="42034" y="134915"/>
                    <a:pt x="42851" y="134851"/>
                  </a:cubicBezTo>
                  <a:cubicBezTo>
                    <a:pt x="66893" y="133017"/>
                    <a:pt x="82508" y="116634"/>
                    <a:pt x="82596" y="93183"/>
                  </a:cubicBezTo>
                  <a:lnTo>
                    <a:pt x="82626" y="43738"/>
                  </a:lnTo>
                  <a:cubicBezTo>
                    <a:pt x="82626" y="40066"/>
                    <a:pt x="85620" y="37517"/>
                    <a:pt x="88833" y="37517"/>
                  </a:cubicBezTo>
                  <a:cubicBezTo>
                    <a:pt x="90045" y="37517"/>
                    <a:pt x="91289" y="37880"/>
                    <a:pt x="92414" y="38681"/>
                  </a:cubicBezTo>
                  <a:cubicBezTo>
                    <a:pt x="100014" y="44064"/>
                    <a:pt x="111163" y="46104"/>
                    <a:pt x="118083" y="46873"/>
                  </a:cubicBezTo>
                  <a:lnTo>
                    <a:pt x="118083" y="34127"/>
                  </a:lnTo>
                  <a:cubicBezTo>
                    <a:pt x="112405" y="32530"/>
                    <a:pt x="106432" y="30697"/>
                    <a:pt x="101197" y="27503"/>
                  </a:cubicBezTo>
                  <a:cubicBezTo>
                    <a:pt x="91320" y="21441"/>
                    <a:pt x="85228" y="12214"/>
                    <a:pt x="83069" y="30"/>
                  </a:cubicBezTo>
                  <a:lnTo>
                    <a:pt x="8306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758;p69"/>
            <p:cNvSpPr/>
            <p:nvPr/>
          </p:nvSpPr>
          <p:spPr>
            <a:xfrm>
              <a:off x="5274360" y="3134880"/>
              <a:ext cx="388440" cy="38844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388440"/>
                <a:gd name="textAreaBottom" fmla="*/ 388800 h 388440"/>
              </a:gdLst>
              <a:ahLst/>
              <a:cxnLst/>
              <a:rect l="textAreaLeft" t="textAreaTop" r="textAreaRight" b="textAreaBottom"/>
              <a:pathLst>
                <a:path w="209403" h="209403">
                  <a:moveTo>
                    <a:pt x="108469" y="24836"/>
                  </a:moveTo>
                  <a:cubicBezTo>
                    <a:pt x="108549" y="24836"/>
                    <a:pt x="108628" y="24838"/>
                    <a:pt x="108708" y="24841"/>
                  </a:cubicBezTo>
                  <a:lnTo>
                    <a:pt x="132248" y="24841"/>
                  </a:lnTo>
                  <a:cubicBezTo>
                    <a:pt x="132267" y="24841"/>
                    <a:pt x="132287" y="24841"/>
                    <a:pt x="132306" y="24841"/>
                  </a:cubicBezTo>
                  <a:cubicBezTo>
                    <a:pt x="136154" y="24841"/>
                    <a:pt x="139377" y="27758"/>
                    <a:pt x="139789" y="31583"/>
                  </a:cubicBezTo>
                  <a:cubicBezTo>
                    <a:pt x="140794" y="42082"/>
                    <a:pt x="144993" y="49445"/>
                    <a:pt x="152653" y="54147"/>
                  </a:cubicBezTo>
                  <a:cubicBezTo>
                    <a:pt x="156556" y="56542"/>
                    <a:pt x="161406" y="57991"/>
                    <a:pt x="166463" y="59411"/>
                  </a:cubicBezTo>
                  <a:cubicBezTo>
                    <a:pt x="167557" y="59736"/>
                    <a:pt x="168651" y="59973"/>
                    <a:pt x="169775" y="60150"/>
                  </a:cubicBezTo>
                  <a:cubicBezTo>
                    <a:pt x="173028" y="60357"/>
                    <a:pt x="175512" y="63078"/>
                    <a:pt x="175453" y="66331"/>
                  </a:cubicBezTo>
                  <a:lnTo>
                    <a:pt x="175453" y="90787"/>
                  </a:lnTo>
                  <a:cubicBezTo>
                    <a:pt x="175453" y="92414"/>
                    <a:pt x="174802" y="94011"/>
                    <a:pt x="173620" y="95194"/>
                  </a:cubicBezTo>
                  <a:cubicBezTo>
                    <a:pt x="172462" y="96322"/>
                    <a:pt x="170909" y="96969"/>
                    <a:pt x="169292" y="96969"/>
                  </a:cubicBezTo>
                  <a:cubicBezTo>
                    <a:pt x="169256" y="96969"/>
                    <a:pt x="169220" y="96969"/>
                    <a:pt x="169184" y="96968"/>
                  </a:cubicBezTo>
                  <a:cubicBezTo>
                    <a:pt x="168444" y="96968"/>
                    <a:pt x="154871" y="96702"/>
                    <a:pt x="141888" y="91970"/>
                  </a:cubicBezTo>
                  <a:cubicBezTo>
                    <a:pt x="141720" y="91905"/>
                    <a:pt x="141550" y="91875"/>
                    <a:pt x="141384" y="91875"/>
                  </a:cubicBezTo>
                  <a:cubicBezTo>
                    <a:pt x="140646" y="91875"/>
                    <a:pt x="139996" y="92474"/>
                    <a:pt x="139996" y="93271"/>
                  </a:cubicBezTo>
                  <a:lnTo>
                    <a:pt x="139966" y="130444"/>
                  </a:lnTo>
                  <a:cubicBezTo>
                    <a:pt x="139848" y="160371"/>
                    <a:pt x="119265" y="182077"/>
                    <a:pt x="88776" y="184443"/>
                  </a:cubicBezTo>
                  <a:cubicBezTo>
                    <a:pt x="87653" y="184532"/>
                    <a:pt x="86529" y="184561"/>
                    <a:pt x="85405" y="184561"/>
                  </a:cubicBezTo>
                  <a:cubicBezTo>
                    <a:pt x="61481" y="184561"/>
                    <a:pt x="39095" y="164896"/>
                    <a:pt x="34629" y="139168"/>
                  </a:cubicBezTo>
                  <a:cubicBezTo>
                    <a:pt x="32116" y="124707"/>
                    <a:pt x="36522" y="109507"/>
                    <a:pt x="46724" y="97441"/>
                  </a:cubicBezTo>
                  <a:cubicBezTo>
                    <a:pt x="56803" y="85541"/>
                    <a:pt x="70647" y="78721"/>
                    <a:pt x="84747" y="78721"/>
                  </a:cubicBezTo>
                  <a:cubicBezTo>
                    <a:pt x="84839" y="78721"/>
                    <a:pt x="84930" y="78721"/>
                    <a:pt x="85021" y="78722"/>
                  </a:cubicBezTo>
                  <a:cubicBezTo>
                    <a:pt x="88392" y="78722"/>
                    <a:pt x="91142" y="81472"/>
                    <a:pt x="91172" y="84873"/>
                  </a:cubicBezTo>
                  <a:lnTo>
                    <a:pt x="91349" y="108856"/>
                  </a:lnTo>
                  <a:cubicBezTo>
                    <a:pt x="91349" y="112641"/>
                    <a:pt x="88658" y="116013"/>
                    <a:pt x="84902" y="116545"/>
                  </a:cubicBezTo>
                  <a:cubicBezTo>
                    <a:pt x="77125" y="117580"/>
                    <a:pt x="71447" y="124441"/>
                    <a:pt x="71890" y="132277"/>
                  </a:cubicBezTo>
                  <a:cubicBezTo>
                    <a:pt x="72334" y="140114"/>
                    <a:pt x="78751" y="146295"/>
                    <a:pt x="86618" y="146443"/>
                  </a:cubicBezTo>
                  <a:cubicBezTo>
                    <a:pt x="86736" y="146445"/>
                    <a:pt x="86855" y="146446"/>
                    <a:pt x="86973" y="146446"/>
                  </a:cubicBezTo>
                  <a:cubicBezTo>
                    <a:pt x="91096" y="146446"/>
                    <a:pt x="94919" y="144946"/>
                    <a:pt x="97707" y="142243"/>
                  </a:cubicBezTo>
                  <a:cubicBezTo>
                    <a:pt x="100605" y="139434"/>
                    <a:pt x="102143" y="135619"/>
                    <a:pt x="102173" y="131390"/>
                  </a:cubicBezTo>
                  <a:cubicBezTo>
                    <a:pt x="102380" y="106047"/>
                    <a:pt x="102291" y="31790"/>
                    <a:pt x="102291" y="31051"/>
                  </a:cubicBezTo>
                  <a:cubicBezTo>
                    <a:pt x="102291" y="28419"/>
                    <a:pt x="103917" y="26083"/>
                    <a:pt x="106401" y="25196"/>
                  </a:cubicBezTo>
                  <a:cubicBezTo>
                    <a:pt x="107067" y="24956"/>
                    <a:pt x="107756" y="24836"/>
                    <a:pt x="108469" y="24836"/>
                  </a:cubicBezTo>
                  <a:close/>
                  <a:moveTo>
                    <a:pt x="33831" y="0"/>
                  </a:moveTo>
                  <a:cubicBezTo>
                    <a:pt x="15141" y="0"/>
                    <a:pt x="0" y="15141"/>
                    <a:pt x="0" y="33831"/>
                  </a:cubicBezTo>
                  <a:lnTo>
                    <a:pt x="0" y="175601"/>
                  </a:lnTo>
                  <a:cubicBezTo>
                    <a:pt x="0" y="194261"/>
                    <a:pt x="15141" y="209402"/>
                    <a:pt x="33831" y="209402"/>
                  </a:cubicBezTo>
                  <a:lnTo>
                    <a:pt x="175601" y="209402"/>
                  </a:lnTo>
                  <a:cubicBezTo>
                    <a:pt x="194261" y="209402"/>
                    <a:pt x="209402" y="194261"/>
                    <a:pt x="209402" y="175601"/>
                  </a:cubicBezTo>
                  <a:lnTo>
                    <a:pt x="209402" y="33831"/>
                  </a:lnTo>
                  <a:cubicBezTo>
                    <a:pt x="209402" y="15141"/>
                    <a:pt x="194261" y="0"/>
                    <a:pt x="17560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ta Science Strategies for Marketing by Slidesgo">
  <a:themeElements>
    <a:clrScheme name="Simple Light">
      <a:dk1>
        <a:srgbClr val="caffff"/>
      </a:dk1>
      <a:lt1>
        <a:srgbClr val="03193f"/>
      </a:lt1>
      <a:dk2>
        <a:srgbClr val="6096a2"/>
      </a:dk2>
      <a:lt2>
        <a:srgbClr val="77bcc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ca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2026-03-28T15:29:27Z</dcterms:created>
  <dc:creator>Unknown Creator</dc:creator>
  <dc:description/>
  <dc:language>en-US</dc:language>
  <cp:lastModifiedBy>Unknown Creator</cp:lastModifiedBy>
  <dcterms:modified xsi:type="dcterms:W3CDTF">2026-03-28T15:29:27Z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